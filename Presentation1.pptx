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7BCF-407D-4DDA-A239-AED6F11B3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1EBDB-C650-4254-9C0A-45889572B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12867-24A7-420A-BDBC-B377A69B8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3E8B-81B9-4F2B-A5F5-4FEB9772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11D09-8A90-4B38-8012-43565806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7137-8C8A-46F9-BE6B-EE24FBF51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6B08C-C679-4B64-935D-0603E0359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23F8F-C405-4E3A-99CE-87FB0851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E51E3-F711-4D37-93FD-9E2EFD39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D7C9-30A2-43AE-81A4-42B6E0C9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8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083AA-96FA-4B66-86B9-A2B5B40CB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55CF7-ADA4-4539-A40E-731D0B651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FE968-2B4C-488F-B34A-3B98FB62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456A5-3BDC-4A10-B872-E9BA3215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6CF8-F797-4488-817B-5A9C762A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92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A0C5-E7A7-41EC-A9E3-CC1F333E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6209F-5810-4626-9E7C-40BBFF361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197CE-3EAA-4F9F-B4A0-991FFE0A1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DDB68-77DE-4DF8-B3FE-D78FE2AB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CD3C3-1923-44E8-8AA0-4BE57B27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AF398-D7A0-454F-BB62-AD51C940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25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CA71-486A-46DD-9FFC-9E6F1D1D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DAEC8-76A4-4A8C-AE7F-A9C49C4C3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BE47C-A1DD-4DF8-B387-7602AB989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25FB5-F875-4460-AC32-2CD7DD5CB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6073E-51BD-426A-ABA9-1B658703C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F9976-86FE-4AC7-A282-0F55CD558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7DC2F-2243-45D0-A014-C1D1979E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EA517-8ACB-4E23-9C35-81A0233B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26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57DC-D4A4-4A5C-977C-10B11713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F0AA1-B6EB-49CC-934A-56A2F397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87A1B-1867-4ADD-A054-D751DB4E0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14A74-180C-4209-B568-70B8E8FD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9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48744F-7FFE-4B51-818B-96A7E6FF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FDF8D-F192-4D72-8656-C01D756F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C0FB-5499-4CCD-AC16-0BA1B6FE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52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7FA3-4456-46A5-95F7-347C2EA0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DC971-D848-428C-AD39-A5A7F643B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FB762-9824-4445-B265-1C39873EF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3EE4D-4042-48A2-9841-A1127925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6AC3E-3450-4F12-8B06-C296DFBD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64862-F515-484E-A647-8491D689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24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0A66-73D1-49BC-B2EA-3FDABE74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16C4A-0FDA-400A-8753-79C86DEE3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9DD34-6FFC-434E-9276-86191A3DE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6A8E8-C932-4E45-BF34-BCD587BA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56FD7-C8F1-434E-8ECB-6C4D25C3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3876A-B14A-4049-AC20-019B30E7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06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5791-2335-4EBB-B60A-69906041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B0664-FDFA-4824-82F7-1DF521337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03988-CC8D-420A-B562-FB09BDA4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323E1-CD2D-4B88-8EAB-9C4398E3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970E2-3459-46D8-A2EB-4234ACF2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92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8A88A-4282-499C-943D-412068EBA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1F6B3-9224-4A80-9B26-FFAF74102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911A-7108-42B7-B662-7106BA820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B4B5C-A71F-4EB8-ABFE-91AF2198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DC35E-3397-446C-B502-55D90460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83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9CD40-D3CD-431F-B934-4152B742A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1C139-8892-437E-A806-9C4496EA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3EB5A-DF89-41A4-BF4E-1F93DA562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6511C-4C79-46A0-91FE-0900B2695447}" type="datetimeFigureOut">
              <a:rPr lang="en-IN" smtClean="0"/>
              <a:t>20-06-2020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9BAB2-5D62-464A-9C6D-EC47F3AD3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0458F-38CA-4795-BBAE-0D571D9AF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91DD3-12A2-4DBD-8CEC-5FF405ADF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0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CC24C4-682A-4A2F-A949-F26BDA990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31852"/>
            <a:ext cx="9144000" cy="3625948"/>
          </a:xfrm>
        </p:spPr>
        <p:txBody>
          <a:bodyPr>
            <a:normAutofit/>
          </a:bodyPr>
          <a:lstStyle/>
          <a:p>
            <a:r>
              <a:rPr lang="en-US" sz="14000" dirty="0"/>
              <a:t>&lt;  /&gt;</a:t>
            </a:r>
            <a:endParaRPr lang="en-IN" sz="14000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7B4B5A85-676F-49CE-BF6C-C413866AC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400" y="1971362"/>
            <a:ext cx="1041888" cy="125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47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 365</dc:creator>
  <cp:lastModifiedBy>Office 365</cp:lastModifiedBy>
  <cp:revision>2</cp:revision>
  <dcterms:created xsi:type="dcterms:W3CDTF">2020-06-20T04:12:03Z</dcterms:created>
  <dcterms:modified xsi:type="dcterms:W3CDTF">2020-06-20T09:51:32Z</dcterms:modified>
</cp:coreProperties>
</file>